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决策咨询专报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关于降低浙江家庭生育养育教育成本的建议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840480"/>
            <a:ext cx="182880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浙江省人口与家庭发展研究专题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C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4864" cy="5029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A2A4A"/>
                </a:solidFill>
                <a:latin typeface="Microsoft YaHei"/>
              </a:defRPr>
            </a:pPr>
            <a:r>
              <a:t>编者按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5156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1A2A4A"/>
                </a:solidFill>
                <a:latin typeface="Microsoft YaHei"/>
              </a:defRPr>
            </a:pPr>
            <a:r>
              <a:t>生育、养育、教育成本偏高，已成为影响浙江青年婚育意愿的重要因素。浙江民营经济活跃、人口流动性强、家庭对子女发展投入意愿高，但住房、托育、教育等刚性支出压力也较为突出。当前，需围绕降成本、优服务、稳预期系统施策，切实减轻家庭生育养育教育负担，增强群众生育信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108960"/>
            <a:ext cx="2468880" cy="1645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24612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t>出生率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11880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2C5C8A"/>
                </a:solidFill>
                <a:latin typeface="Microsoft YaHei"/>
              </a:defRPr>
            </a:pPr>
            <a:r>
              <a:t>6.6‰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29768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2024年浙江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3108960"/>
            <a:ext cx="2468880" cy="1645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324612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t>常住人口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611880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2C5C8A"/>
                </a:solidFill>
                <a:latin typeface="Microsoft YaHei"/>
              </a:defRPr>
            </a:pPr>
            <a:r>
              <a:t>约6670万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429768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2024年末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108960"/>
            <a:ext cx="2468880" cy="1645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24612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t>千人口托位数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611880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2C5C8A"/>
                </a:solidFill>
                <a:latin typeface="Microsoft YaHei"/>
              </a:defRPr>
            </a:pPr>
            <a:r>
              <a:t>3.38个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29768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2023年全国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3108960"/>
            <a:ext cx="2468880" cy="1645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324612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55555"/>
                </a:solidFill>
                <a:latin typeface="Microsoft YaHei"/>
              </a:defRPr>
            </a:pPr>
            <a:r>
              <a:t>学前教育毛入园率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611880"/>
            <a:ext cx="210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2C5C8A"/>
                </a:solidFill>
                <a:latin typeface="Microsoft YaHei"/>
              </a:defRPr>
            </a:pPr>
            <a:r>
              <a:t>91.1%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429768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555555"/>
                </a:solidFill>
                <a:latin typeface="Microsoft YaHei"/>
              </a:defRPr>
            </a:pPr>
            <a:r>
              <a:t>2023年全国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C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4864" cy="5029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A2A4A"/>
                </a:solidFill>
                <a:latin typeface="Microsoft YaHei"/>
              </a:defRPr>
            </a:pPr>
            <a:r>
              <a:t>一、意义缘由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5156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800" b="1">
                <a:solidFill>
                  <a:srgbClr val="1A2A4A"/>
                </a:solidFill>
                <a:latin typeface="Microsoft YaHei"/>
              </a:defRPr>
            </a:pPr>
            <a:r>
              <a:t>人口问题事关现代化建设全局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22222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222222"/>
                </a:solidFill>
                <a:latin typeface="Microsoft YaHei"/>
              </a:defRPr>
            </a:pPr>
            <a:r>
              <a:t>浙江省出生人口持续走低，2024年出生率仅为6.6‰，常住人口约6670万人，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22222"/>
                </a:solidFill>
                <a:latin typeface="Microsoft YaHei"/>
              </a:defRPr>
            </a:pPr>
            <a:r>
              <a:t>人口发展已进入更加注重结构优化的新阶段。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22222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222222"/>
                </a:solidFill>
                <a:latin typeface="Microsoft YaHei"/>
              </a:defRPr>
            </a:pPr>
            <a:r>
              <a:t>制约生育意愿的关键因素，已由"能不能生"转向"养不养得起、教不教得好"。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22222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国家卫生健康委全国人口监测调查显示：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222222"/>
                </a:solidFill>
                <a:latin typeface="Microsoft YaHei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777240" y="4389120"/>
            <a:ext cx="3200400" cy="10972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4348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C5C8A"/>
                </a:solidFill>
                <a:latin typeface="Microsoft YaHei"/>
              </a:defRPr>
            </a:pPr>
            <a:r>
              <a:t>💰  经济负担重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8006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影响生育意愿的三大关键因素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4389120"/>
            <a:ext cx="3200400" cy="10972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44348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C5C8A"/>
                </a:solidFill>
                <a:latin typeface="Microsoft YaHei"/>
              </a:defRPr>
            </a:pPr>
            <a:r>
              <a:t>🏥  婴幼儿照护难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48006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影响生育意愿的三大关键因素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4389120"/>
            <a:ext cx="3200400" cy="10972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4348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C5C8A"/>
                </a:solidFill>
                <a:latin typeface="Microsoft YaHei"/>
              </a:defRPr>
            </a:pPr>
            <a:r>
              <a:t>👩‍💼  女性职业发展压力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48006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影响生育意愿的三大关键因素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7607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498DB"/>
                </a:solidFill>
                <a:latin typeface="Microsoft YaHei"/>
              </a:defRPr>
            </a:pPr>
            <a:r>
              <a:t>降低生育养育教育成本 → 关系人口长期均衡发展 + 消费潜力释放 + 劳动力供给稳定 + 共同富裕示范区建设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C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4864" cy="5029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A2A4A"/>
                </a:solidFill>
                <a:latin typeface="Microsoft YaHei"/>
              </a:defRPr>
            </a:pPr>
            <a:r>
              <a:t>二、存在问题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94960" cy="21488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3498DB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4389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2A4A"/>
                </a:solidFill>
                <a:latin typeface="Microsoft YaHei"/>
              </a:defRPr>
            </a:pPr>
            <a:r>
              <a:t>生育直接成本仍然不低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65960"/>
            <a:ext cx="43891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22222"/>
                </a:solidFill>
                <a:latin typeface="Microsoft YaHei"/>
              </a:defRPr>
            </a:pPr>
            <a:r>
              <a:t>孕产检查、分娩陪护、产后康复等延伸支出较多</a:t>
            </a:r>
            <a:br/>
            <a:r>
              <a:t>生育"一次性投入"对二孩、三孩家庭形成现实压力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394960" cy="21488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3498DB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444752"/>
            <a:ext cx="4389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2A4A"/>
                </a:solidFill>
                <a:latin typeface="Microsoft YaHei"/>
              </a:defRPr>
            </a:pPr>
            <a:r>
              <a:t>托育服务供需矛盾突出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965960"/>
            <a:ext cx="43891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22222"/>
                </a:solidFill>
                <a:latin typeface="Microsoft YaHei"/>
              </a:defRPr>
            </a:pPr>
            <a:r>
              <a:t>全国千人口托位数仅3.38个，普惠托育供给不足</a:t>
            </a:r>
            <a:br/>
            <a:r>
              <a:t>双职工家庭对就近、普惠、放心托育需求迫切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03320"/>
            <a:ext cx="5394960" cy="21488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3498DB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867912"/>
            <a:ext cx="4389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2A4A"/>
                </a:solidFill>
                <a:latin typeface="Microsoft YaHei"/>
              </a:defRPr>
            </a:pPr>
            <a:r>
              <a:t>教育支出及焦虑情绪蔓延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89120"/>
            <a:ext cx="43891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22222"/>
                </a:solidFill>
                <a:latin typeface="Microsoft YaHei"/>
              </a:defRPr>
            </a:pPr>
            <a:r>
              <a:t>学前教育毛入园率91.1%，九年义务教育巩固率95.7%</a:t>
            </a:r>
            <a:br/>
            <a:r>
              <a:t>但优质教育资源竞争激烈，教育隐性支出不容忽视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703320"/>
            <a:ext cx="5394960" cy="21488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79476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3498DB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867912"/>
            <a:ext cx="4389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2A4A"/>
                </a:solidFill>
                <a:latin typeface="Microsoft YaHei"/>
              </a:defRPr>
            </a:pPr>
            <a:r>
              <a:t>住房和就业压力外溢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4389120"/>
            <a:ext cx="43891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22222"/>
                </a:solidFill>
                <a:latin typeface="Microsoft YaHei"/>
              </a:defRPr>
            </a:pPr>
            <a:r>
              <a:t>房租房贷、通勤和职业发展压力</a:t>
            </a:r>
            <a:br/>
            <a:r>
              <a:t>女性生育后职业中断、晋升受限，生育机会成本偏高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C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4864" cy="5029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A2A4A"/>
                </a:solidFill>
                <a:latin typeface="Microsoft YaHei"/>
              </a:defRPr>
            </a:pPr>
            <a:r>
              <a:t>问题聚焦：生育成本与托育服务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2A4A"/>
                </a:solidFill>
                <a:latin typeface="Microsoft YaHei"/>
              </a:defRPr>
            </a:pPr>
            <a:r>
              <a:t>① 生育直接成本仍然不低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4632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22222"/>
                </a:solidFill>
                <a:latin typeface="Microsoft YaHei"/>
              </a:defRPr>
            </a:pPr>
            <a:r>
              <a:t>▎ 尽管部分生育医疗服务已纳入医保，但孕产检查、分娩陪护、产后</a:t>
            </a:r>
            <a:br/>
            <a:r>
              <a:t>   康复等延伸支出仍较多</a:t>
            </a:r>
            <a:br/>
            <a:br/>
            <a:r>
              <a:t>▎ 生育"一次性投入"对青年家庭特别是二孩、三孩家庭形成现实压力</a:t>
            </a:r>
            <a:br/>
            <a:br/>
            <a:r>
              <a:t>▎ 当前痛点：生育"首期成本"过高，政策获得感不足</a:t>
            </a:r>
            <a:br/>
            <a:br/>
            <a:r>
              <a:t>▎ 母婴消费、住院分娩等支出项目分散，缺乏整合性资金支持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34440"/>
            <a:ext cx="5303520" cy="47548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1732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2A4A"/>
                </a:solidFill>
                <a:latin typeface="Microsoft YaHei"/>
              </a:defRPr>
            </a:pPr>
            <a:r>
              <a:t>② 托育服务供需矛盾突出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84632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22222"/>
                </a:solidFill>
                <a:latin typeface="Microsoft YaHei"/>
              </a:defRPr>
            </a:pPr>
            <a:r>
              <a:t>▎  全国千人口托位数仅3.38个，普惠托育供给总体不足</a:t>
            </a:r>
            <a:br/>
            <a:br/>
            <a:r>
              <a:t>▎  浙江双职工家庭集中，对就近、普惠、放心的托育需求迫切</a:t>
            </a:r>
            <a:br/>
            <a:br/>
            <a:r>
              <a:t>▎  当前痛点：托育机构运营成本高、价格承受力弱</a:t>
            </a:r>
            <a:br/>
            <a:br/>
            <a:r>
              <a:t>▎  师资、安全、卫生标准不统一，群众信任度有待提升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数据来源：国家卫生健康委《2023年我国卫生健康事业发展统计公报》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C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4864" cy="5029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A2A4A"/>
                </a:solidFill>
                <a:latin typeface="Microsoft YaHei"/>
              </a:defRPr>
            </a:pPr>
            <a:r>
              <a:t>问题聚焦：教育成本与住房就业压力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2A4A"/>
                </a:solidFill>
                <a:latin typeface="Microsoft YaHei"/>
              </a:defRPr>
            </a:pPr>
            <a:r>
              <a:t>③ 教育支出及焦虑情绪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4632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22222"/>
                </a:solidFill>
                <a:latin typeface="Microsoft YaHei"/>
              </a:defRPr>
            </a:pPr>
            <a:r>
              <a:t>▎  学前教育毛入园率91.1%，九年义务教育巩固率95.7%</a:t>
            </a:r>
            <a:br/>
            <a:r>
              <a:t>    基础教育普及水平较高</a:t>
            </a:r>
            <a:br/>
            <a:br/>
            <a:r>
              <a:t>▎  但家长对优质教育资源、课后照护和素质培养的投入</a:t>
            </a:r>
            <a:br/>
            <a:r>
              <a:t>    持续增加</a:t>
            </a:r>
            <a:br/>
            <a:br/>
            <a:r>
              <a:t>▎  教育隐性支出不容忽视：择校、校外培训、托管、</a:t>
            </a:r>
            <a:br/>
            <a:r>
              <a:t>    研学、校服教辅等</a:t>
            </a:r>
            <a:br/>
            <a:br/>
            <a:r>
              <a:t>▎  核心矛盾：优质教育供给不均 → 家长焦虑 → 额外</a:t>
            </a:r>
            <a:br/>
            <a:r>
              <a:t>    教育支出攀升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34440"/>
            <a:ext cx="5303520" cy="47548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1732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2A4A"/>
                </a:solidFill>
                <a:latin typeface="Microsoft YaHei"/>
              </a:defRPr>
            </a:pPr>
            <a:r>
              <a:t>④ 住房和就业压力外溢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846320" cy="2560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22222"/>
                </a:solidFill>
                <a:latin typeface="Microsoft YaHei"/>
              </a:defRPr>
            </a:pPr>
            <a:r>
              <a:t>▎  浙江城镇化水平高，青年家庭普遍面临房租房贷、</a:t>
            </a:r>
            <a:br/>
            <a:r>
              <a:t>    通勤和职业发展压力</a:t>
            </a:r>
            <a:br/>
            <a:br/>
            <a:r>
              <a:t>▎  女性生育后职业中断、晋升受限等问题较为敏感</a:t>
            </a:r>
            <a:br/>
            <a:br/>
            <a:r>
              <a:t>▎  生育 → 职业中断 → 收入下降 → 住房压力增大</a:t>
            </a:r>
            <a:br/>
            <a:r>
              <a:t>    → 再生育意愿降低</a:t>
            </a:r>
            <a:br/>
            <a:br/>
            <a:r>
              <a:t>▎  核心矛盾：住房—就业—生育形成负反馈循环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555555"/>
                </a:solidFill>
                <a:latin typeface="Microsoft YaHei"/>
              </a:defRPr>
            </a:pPr>
            <a:r>
              <a:t>数据来源：教育部《2023年全国教育事业发展统计公报》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4864" cy="5029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A2A4A"/>
                </a:solidFill>
                <a:latin typeface="Microsoft YaHei"/>
              </a:defRPr>
            </a:pPr>
            <a:r>
              <a:t>三、对策建议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498DB"/>
                </a:solidFill>
                <a:latin typeface="Microsoft YaHei"/>
              </a:defRPr>
            </a:pPr>
            <a:r>
              <a:t>围绕"降成本、优服务、稳预期"系统施策，构建生育友好型社会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2606040" cy="3840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2286000"/>
            <a:ext cx="822960" cy="82296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2240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700" b="1">
                <a:solidFill>
                  <a:srgbClr val="1A2A4A"/>
                </a:solidFill>
                <a:latin typeface="Microsoft YaHei"/>
              </a:defRPr>
            </a:pPr>
            <a:r>
              <a:t>完善生育支持与</a:t>
            </a:r>
            <a:br/>
            <a:r>
              <a:t>医疗减负政策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2240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498DB"/>
                </a:solidFill>
                <a:latin typeface="Microsoft YaHei"/>
              </a:defRPr>
            </a:pPr>
            <a:r>
              <a:t>降低生育"首期成本"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2240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↓ 详见后页 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920240"/>
            <a:ext cx="2606040" cy="3840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60520" y="2286000"/>
            <a:ext cx="822960" cy="82296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291840"/>
            <a:ext cx="2240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700" b="1">
                <a:solidFill>
                  <a:srgbClr val="1A2A4A"/>
                </a:solidFill>
                <a:latin typeface="Microsoft YaHei"/>
              </a:defRPr>
            </a:pPr>
            <a:r>
              <a:t>构建普惠可及</a:t>
            </a:r>
            <a:br/>
            <a:r>
              <a:t>托育服务体系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4297680"/>
            <a:ext cx="2240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498DB"/>
                </a:solidFill>
                <a:latin typeface="Microsoft YaHei"/>
              </a:defRPr>
            </a:pPr>
            <a:r>
              <a:t>"15分钟托育服务圈"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4754880"/>
            <a:ext cx="2240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↓ 详见后页 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920240"/>
            <a:ext cx="2606040" cy="3840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40880" y="2286000"/>
            <a:ext cx="822960" cy="82296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91840"/>
            <a:ext cx="2240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700" b="1">
                <a:solidFill>
                  <a:srgbClr val="1A2A4A"/>
                </a:solidFill>
                <a:latin typeface="Microsoft YaHei"/>
              </a:defRPr>
            </a:pPr>
            <a:r>
              <a:t>压减教育</a:t>
            </a:r>
            <a:br/>
            <a:r>
              <a:t>"隐性支出"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97680"/>
            <a:ext cx="2240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498DB"/>
                </a:solidFill>
                <a:latin typeface="Microsoft YaHei"/>
              </a:defRPr>
            </a:pPr>
            <a:r>
              <a:t>缓解家长教育焦虑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754880"/>
            <a:ext cx="2240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↓ 详见后页 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1920240"/>
            <a:ext cx="2606040" cy="38404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21240" y="2286000"/>
            <a:ext cx="822960" cy="82296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291840"/>
            <a:ext cx="2240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700" b="1">
                <a:solidFill>
                  <a:srgbClr val="1A2A4A"/>
                </a:solidFill>
                <a:latin typeface="Microsoft YaHei"/>
              </a:defRPr>
            </a:pPr>
            <a:r>
              <a:t>住房就业</a:t>
            </a:r>
            <a:br/>
            <a:r>
              <a:t>家庭支持政策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4297680"/>
            <a:ext cx="2240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498DB"/>
                </a:solidFill>
                <a:latin typeface="Microsoft YaHei"/>
              </a:defRPr>
            </a:pPr>
            <a:r>
              <a:t>降低生育机会成本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4754880"/>
            <a:ext cx="2240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↓ 详见后页 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4864" cy="5029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A2A4A"/>
                </a:solidFill>
                <a:latin typeface="Microsoft YaHei"/>
              </a:defRPr>
            </a:pPr>
            <a:r>
              <a:t>对策建议（一）生育支持 + 普惠托育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5303520" cy="48463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2A4A"/>
                </a:solidFill>
                <a:latin typeface="Microsoft YaHei"/>
              </a:defRPr>
            </a:pPr>
            <a:r>
              <a:t>① 完善生育支持和医疗减负政策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484632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22222"/>
                </a:solidFill>
                <a:latin typeface="Microsoft YaHei"/>
              </a:defRPr>
            </a:pPr>
            <a:r>
              <a:t>▎ 优化医保支付和价格管理</a:t>
            </a:r>
            <a:br/>
            <a:r>
              <a:t>    推动孕检、分娩、产后康复等高频项目进一步纳入医保，</a:t>
            </a:r>
            <a:br/>
            <a:r>
              <a:t>    减少家庭自费部分</a:t>
            </a:r>
            <a:br/>
            <a:br/>
            <a:r>
              <a:t>▎ 建立育儿补贴制度</a:t>
            </a:r>
            <a:br/>
            <a:r>
              <a:t>    省级统筹、地方分类实施，0—3岁婴幼儿家庭稳定补助，</a:t>
            </a:r>
            <a:br/>
            <a:r>
              <a:t>    二孩、三孩家庭提高补贴标准</a:t>
            </a:r>
            <a:br/>
            <a:br/>
            <a:r>
              <a:t>▎ 整合优化政策包</a:t>
            </a:r>
            <a:br/>
            <a:r>
              <a:t>    母婴消费券 + 住院分娩补助等政策整合，增强获得感，</a:t>
            </a:r>
            <a:br/>
            <a:r>
              <a:t>    重点降低生育"首期成本"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34440"/>
            <a:ext cx="5303520" cy="48463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37160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2A4A"/>
                </a:solidFill>
                <a:latin typeface="Microsoft YaHei"/>
              </a:defRPr>
            </a:pPr>
            <a:r>
              <a:t>② 构建普惠可及托育服务体系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65960"/>
            <a:ext cx="484632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22222"/>
                </a:solidFill>
                <a:latin typeface="Microsoft YaHei"/>
              </a:defRPr>
            </a:pPr>
            <a:r>
              <a:t>▎  建设"15分钟托育服务圈"</a:t>
            </a:r>
            <a:br/>
            <a:r>
              <a:t>     人口净流入社区、产业园区、大型居住区优先布局</a:t>
            </a:r>
            <a:br/>
            <a:br/>
            <a:r>
              <a:t>▎  多方力量共同办托</a:t>
            </a:r>
            <a:br/>
            <a:r>
              <a:t>     幼儿园开设托班，国企、机关、园区和社会力量参与</a:t>
            </a:r>
            <a:br/>
            <a:br/>
            <a:r>
              <a:t>▎  降低托育成本</a:t>
            </a:r>
            <a:br/>
            <a:r>
              <a:t>     按入托人数给予运营补贴、租金减免、水电气优惠</a:t>
            </a:r>
            <a:br/>
            <a:br/>
            <a:r>
              <a:t>▎  加强监管和信任建设</a:t>
            </a:r>
            <a:br/>
            <a:r>
              <a:t>     师资、安全、卫生、收费统一监管，提高群众信任度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4864" cy="5029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A2A4A"/>
                </a:solidFill>
                <a:latin typeface="Microsoft YaHei"/>
              </a:defRPr>
            </a:pPr>
            <a:r>
              <a:t>对策建议（二）教育减负 + 住房就业支持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5303520" cy="48463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2A4A"/>
                </a:solidFill>
                <a:latin typeface="Microsoft YaHei"/>
              </a:defRPr>
            </a:pPr>
            <a:r>
              <a:t>③ 压减教育"隐性支出"和"焦虑支出"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484632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22222"/>
                </a:solidFill>
                <a:latin typeface="Microsoft YaHei"/>
              </a:defRPr>
            </a:pPr>
            <a:r>
              <a:t>▎ 推进义务教育优质均衡</a:t>
            </a:r>
            <a:br/>
            <a:r>
              <a:t>    扩大优质学校和学位供给，缩小区域、城乡、校际差距，</a:t>
            </a:r>
            <a:br/>
            <a:r>
              <a:t>    减少择校额外支出</a:t>
            </a:r>
            <a:br/>
            <a:br/>
            <a:r>
              <a:t>▎ 提升课后服务质量</a:t>
            </a:r>
            <a:br/>
            <a:r>
              <a:t>    丰富体育、艺术、科技和托管内容，降低校外培训依赖</a:t>
            </a:r>
            <a:br/>
            <a:br/>
            <a:r>
              <a:t>▎ 收费清单化管理</a:t>
            </a:r>
            <a:br/>
            <a:r>
              <a:t>    校服、教辅、研学等实行清单化、公开化管理，严控不</a:t>
            </a:r>
            <a:br/>
            <a:r>
              <a:t>    合理收费</a:t>
            </a:r>
            <a:br/>
            <a:br/>
            <a:r>
              <a:t>▎ 加大普惠学前教育支持</a:t>
            </a:r>
            <a:br/>
            <a:r>
              <a:t>    提高覆盖率和保教质量，降低学前教育阶段家庭支出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34440"/>
            <a:ext cx="5303520" cy="48463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37160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2A4A"/>
                </a:solidFill>
                <a:latin typeface="Microsoft YaHei"/>
              </a:defRPr>
            </a:pPr>
            <a:r>
              <a:t>④ 住房就业家庭支持政策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65960"/>
            <a:ext cx="484632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22222"/>
                </a:solidFill>
                <a:latin typeface="Microsoft YaHei"/>
              </a:defRPr>
            </a:pPr>
            <a:r>
              <a:t>▎ 住房纳入生育友好政策体系</a:t>
            </a:r>
            <a:br/>
            <a:r>
              <a:t>    多孩家庭：保障性租赁住房优先 + 公积金贷款额度提升</a:t>
            </a:r>
            <a:br/>
            <a:r>
              <a:t>    + 购房资格倾斜 + 契税减免</a:t>
            </a:r>
            <a:br/>
            <a:br/>
            <a:r>
              <a:t>▎ 完善生育假期成本共担</a:t>
            </a:r>
            <a:br/>
            <a:r>
              <a:t>    落实生育友好措施的企业给予社保补贴、税费优惠</a:t>
            </a:r>
            <a:br/>
            <a:br/>
            <a:r>
              <a:t>▎ 推广灵活就业制度</a:t>
            </a:r>
            <a:br/>
            <a:r>
              <a:t>    弹性上下班、远程办公、"妈妈岗"等</a:t>
            </a:r>
            <a:br/>
            <a:br/>
            <a:r>
              <a:t>▎ 强化劳动监察</a:t>
            </a:r>
            <a:br/>
            <a:r>
              <a:t>    依法纠治就业性别歧视，营造稳定可预期生育环境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555555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结  语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194560"/>
            <a:ext cx="182880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6012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DDDDDD"/>
                </a:solidFill>
                <a:latin typeface="Microsoft YaHei"/>
              </a:defRPr>
            </a:pPr>
            <a:r>
              <a:t>降低生育、养育、教育成本，是一项涉及医疗、教育、住房、就业等多领域的系统工程。</a:t>
            </a:r>
            <a:br/>
            <a:br/>
            <a:r>
              <a:t>浙江应发挥共同富裕示范区的制度优势，围绕"降成本、优服务、稳预期"三大主线，</a:t>
            </a:r>
            <a:br/>
            <a:r>
              <a:t>统筹推进生育支持、普惠托育、教育减负和住房就业保障，</a:t>
            </a:r>
            <a:br/>
            <a:r>
              <a:t>切实减轻家庭负担，增强群众生育信心，</a:t>
            </a:r>
            <a:br/>
            <a:r>
              <a:t>为全国人口高质量发展提供"浙江方案"。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5029200"/>
            <a:ext cx="2743200" cy="3200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0749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降成本 · 优服务 · 稳预期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607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谢  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