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1036015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关于促进浙江省高质量充分就业的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对策建议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0" y="3291840"/>
            <a:ext cx="3959352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56616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浙江省就业政策研究专题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 报 提 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94360" cy="59436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16276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意义与缘由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993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新时代新征程就业工作的新定位、新使命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45920" y="242316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697480"/>
            <a:ext cx="594360" cy="59436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97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679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突出问题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3044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结构性矛盾、新业态质量、重点群体压力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645920" y="347472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749040"/>
            <a:ext cx="594360" cy="5943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49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37307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对策建议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4096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四大举措构建高质量充分就业新格局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645920" y="452628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45920" y="47823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45920" y="51480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为全国就业治理现代化提供“浙江方案”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一、意义与缘由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11274552" cy="1005840"/>
          </a:xfrm>
          <a:prstGeom prst="roundRect">
            <a:avLst>
              <a:gd name="adj" fmla="val 9091"/>
            </a:avLst>
          </a:prstGeom>
          <a:solidFill>
            <a:srgbClr val="E8F0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1645920" cy="32004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国家战略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9019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党的二十大明确提出“促进高质量充分就业”的目标任务。2024年5月，习近平总书记在中央政治局第十四次集体学习时强调，促进高质量充分就业是新时代新征程就业工作的新定位、新使命。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11274552" cy="100584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88920"/>
            <a:ext cx="1645920" cy="32004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浙江使命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1363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浙江作为高质量发展建设共同富裕示范区，高质量充分就业是“扩中提低”、缩小收入差距的根本支撑。2024年全省城乡居民收入倍差已缩小至1.83。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1274552" cy="1005840"/>
          </a:xfrm>
          <a:prstGeom prst="roundRect">
            <a:avLst>
              <a:gd name="adj" fmla="val 9091"/>
            </a:avLst>
          </a:prstGeom>
          <a:solidFill>
            <a:srgbClr val="E8F0F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023360"/>
            <a:ext cx="1645920" cy="32004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紧迫形势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37083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“十四五”期间就业人口增幅仅约2%（远低于“十三五”的10%）；2025年三季度就业信心指数降至113.3，创近年新低。从“有就业”向“高质量就业”转型刻不容缓。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5303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数据来源：浙江省统计局“2024年统计公报”、浙江省发展规划研究院（2025年11月）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二、突出问题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结构性矛盾突出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求人倍率连续保持在1.6以上，企业“用工荒”与青年“就业难”并存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21992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2025届高校毕业生单位就业占比仅72.2%，升学占比升至19.0%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569464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数字经济核心产业劳动生产率为全社会平均的2.3倍，但“数字+制造”复合型人才严重短缺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9981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新就业形态质量不高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511296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全省新就业形态群体近300万人，外卖骑手约110万人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858768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普遍面临社保覆盖不足、职业伤害风险高、技能积累有限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重点群体压力加大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80060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2025年全省将80万重点群体纳入就业帮扶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5148072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AI技术加速渗透，低技能群体岗位替代风险上升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5303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数据来源：人社部官网（2025年3月）、浙江省发展规划研究院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2000" cy="6400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三、对策建议  （一）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构建“产业—就业—人才”联动机制，破解结构性矛盾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914400" cy="2743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92024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E8F0F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93392"/>
            <a:ext cx="1371600" cy="256032"/>
          </a:xfrm>
          <a:prstGeom prst="rect">
            <a:avLst/>
          </a:prstGeom>
          <a:solidFill>
            <a:srgbClr val="003D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需求导向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965960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建立重点产业人才需求预测预警制度，由省发改委牵头，会同经信厅、人社厅，按季度发布先进制造业、数字经济、现代服务业人才需求目录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670048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43200"/>
            <a:ext cx="1371600" cy="256032"/>
          </a:xfrm>
          <a:prstGeom prst="rect">
            <a:avLst/>
          </a:prstGeom>
          <a:solidFill>
            <a:srgbClr val="003D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人才培育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2715768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实施“数字+制造”复合型人才专项培育计划，依托浙江大学、之江实验室等平台，到2027年新增数字高技能人才50万人以上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419856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E8F0F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493008"/>
            <a:ext cx="1371600" cy="256032"/>
          </a:xfrm>
          <a:prstGeom prst="rect">
            <a:avLst/>
          </a:prstGeom>
          <a:solidFill>
            <a:srgbClr val="003D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改革创新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3465576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深化“一试双证”改革，在现有224批次试点基础上，2026年底前实现先进制造业重点领域全覆盖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169664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242816"/>
            <a:ext cx="1371600" cy="256032"/>
          </a:xfrm>
          <a:prstGeom prst="rect">
            <a:avLst/>
          </a:prstGeom>
          <a:solidFill>
            <a:srgbClr val="003D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激励保障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4215384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设立县域数字人才专项补贴，推广“周末工程师”“云端专家”等柔性引才模式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5257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数据来源：人社部官网、浙江省社科联“之江策”2025年9月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2000" cy="6400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三、对策建议  （二）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提升新就业形态就业质量，构建全周期保障体系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914400" cy="2743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92024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E8F0F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93392"/>
            <a:ext cx="1371600" cy="256032"/>
          </a:xfrm>
          <a:prstGeom prst="rect">
            <a:avLst/>
          </a:prstGeom>
          <a:solidFill>
            <a:srgbClr val="003D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需求导向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965960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扩大职业伤害保障覆盖面，2026年底前将保障范围拓展至所有平台从业人员，实现300万新就业形态群体应保尽保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670048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43200"/>
            <a:ext cx="1371600" cy="256032"/>
          </a:xfrm>
          <a:prstGeom prst="rect">
            <a:avLst/>
          </a:prstGeom>
          <a:solidFill>
            <a:srgbClr val="003D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人才培育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2715768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建立灵活就业人员“技能银行”制度，依托“30分钟职业技能培训圈”提供免费短期培训，累计达标可兑换职业技能等级证书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419856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E8F0F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493008"/>
            <a:ext cx="1371600" cy="256032"/>
          </a:xfrm>
          <a:prstGeom prst="rect">
            <a:avLst/>
          </a:prstGeom>
          <a:solidFill>
            <a:srgbClr val="003D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改革创新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3465576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引导平台企业建立“基础单价+技能等级溢价+全勤奖励”薪酬结构，推动灵活就业从“拼时长”向“拼技能”转型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169664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242816"/>
            <a:ext cx="1371600" cy="256032"/>
          </a:xfrm>
          <a:prstGeom prst="rect">
            <a:avLst/>
          </a:prstGeom>
          <a:solidFill>
            <a:srgbClr val="003D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激励保障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4215384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建设灵活就业综合服务平台，整合社保缴纳、技能培训、法律援助、岗位对接等功能，实现“一码通办”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5257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数据来源：浙江省“2025年政府工作报告”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2000" cy="6400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三、对策建议  （三）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强化重点群体精准帮扶，兜牢就业民生底线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914400" cy="2743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92024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E8F0F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93392"/>
            <a:ext cx="1371600" cy="256032"/>
          </a:xfrm>
          <a:prstGeom prst="rect">
            <a:avLst/>
          </a:prstGeom>
          <a:solidFill>
            <a:srgbClr val="003D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需求导向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965960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做实“15分钟就业服务圈”，2026年底前实现全省所有街道和中心镇全覆盖，对零就业家庭实行“一户一策”动态清零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670048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43200"/>
            <a:ext cx="1371600" cy="256032"/>
          </a:xfrm>
          <a:prstGeom prst="rect">
            <a:avLst/>
          </a:prstGeom>
          <a:solidFill>
            <a:srgbClr val="003D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人才培育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2715768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对离校未就业高校毕业生实行“131”服务（1次职业指导、3次岗位推荐、1次培训机会），开发政策性岗位3万个以上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419856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E8F0F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493008"/>
            <a:ext cx="1371600" cy="256032"/>
          </a:xfrm>
          <a:prstGeom prst="rect">
            <a:avLst/>
          </a:prstGeom>
          <a:solidFill>
            <a:srgbClr val="003D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改革创新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3465576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建立大龄劳动者就业过渡机制，对距退休不足5年的大龄失业人员发放社保补贴，严禁年龄歧视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169664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242816"/>
            <a:ext cx="1371600" cy="256032"/>
          </a:xfrm>
          <a:prstGeom prst="rect">
            <a:avLst/>
          </a:prstGeom>
          <a:solidFill>
            <a:srgbClr val="003D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激励保障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4215384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深化“浙江无欠薪”行动，将保障范围拓展至新就业形态，建立工资支付监测预警平台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5257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数据来源：浙江省人民政府官网2025年4月、浙江省“2025年政府工作报告”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2000" cy="6400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三、对策建议  （四）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以创业带动就业倍增，打造“浙里创业”最优生态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914400" cy="2743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92024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E8F0F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93392"/>
            <a:ext cx="1371600" cy="256032"/>
          </a:xfrm>
          <a:prstGeom prst="rect">
            <a:avLst/>
          </a:prstGeom>
          <a:solidFill>
            <a:srgbClr val="003D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需求导向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965960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设立省级青年入乡创业基金10亿元，聚焦智慧农业、农村电商、乡村旅游，每年扶持2000个以上青年创业项目，带动就业2万人以上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670048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43200"/>
            <a:ext cx="1371600" cy="256032"/>
          </a:xfrm>
          <a:prstGeom prst="rect">
            <a:avLst/>
          </a:prstGeom>
          <a:solidFill>
            <a:srgbClr val="003D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人才培育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2715768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推广“没有围墙的创业园”模式，在杭州、宁波等城市提供“零租金”孵化工位3万个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419856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E8F0F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493008"/>
            <a:ext cx="1371600" cy="256032"/>
          </a:xfrm>
          <a:prstGeom prst="rect">
            <a:avLst/>
          </a:prstGeom>
          <a:solidFill>
            <a:srgbClr val="003D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改革创新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3465576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将个人创业担保贷款上限提高至80万元、小微企业提高至500万元，省财政安排创业担保基金5亿元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169664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242816"/>
            <a:ext cx="1371600" cy="256032"/>
          </a:xfrm>
          <a:prstGeom prst="rect">
            <a:avLst/>
          </a:prstGeom>
          <a:solidFill>
            <a:srgbClr val="003D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激励保障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4215384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构建“创业陪跑”全链条体系，引入创业导师2000名以上，提供“培训—陪跑—再创业”闭环支持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5257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数据来源：浙江省“2025年政府工作报告”、浙江省经济信息中心2025年4月报告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四、结  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0" y="1645920"/>
            <a:ext cx="2130552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103120"/>
            <a:ext cx="9445752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促进高质量充分就业，是浙江建设共同富裕示范区的“必答题”。</a:t>
            </a:r>
            <a:endParaRPr lang="en-US" sz="1800" dirty="0"/>
          </a:p>
          <a:p>
            <a:pPr algn="ctr" indent="0" marL="0">
              <a:lnSpc>
                <a:spcPct val="17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面对结构性矛盾、新业态质量不高、重点群体压力增大等多重挑战，</a:t>
            </a:r>
            <a:endParaRPr lang="en-US" sz="18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浙江应以“产业—就业—人才”联动破解结构矛盾，</a:t>
            </a:r>
            <a:endParaRPr lang="en-US" sz="18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以全周期保障提升灵活就业质量，</a:t>
            </a:r>
            <a:endParaRPr lang="en-US" sz="18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以精准帮扶兜牢民生底线，</a:t>
            </a:r>
            <a:endParaRPr lang="en-US" sz="18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以创业带动释放倍增效应，</a:t>
            </a:r>
            <a:endParaRPr lang="en-US" sz="1800" dirty="0"/>
          </a:p>
          <a:p>
            <a:pPr algn="ctr" indent="0" marL="0">
              <a:lnSpc>
                <a:spcPct val="17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加快构建高质量充分就业新格局，</a:t>
            </a:r>
            <a:endParaRPr lang="en-US" sz="18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为全国就业治理现代化提供“浙江方案”。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  谢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关于促进浙江省高质量充分就业的对策建议</dc:title>
  <dc:subject>PptxGenJS Presentation</dc:subject>
  <dc:creator>浙江省就业研究课题组</dc:creator>
  <cp:lastModifiedBy>浙江省就业研究课题组</cp:lastModifiedBy>
  <cp:revision>1</cp:revision>
  <dcterms:created xsi:type="dcterms:W3CDTF">2026-05-28T13:08:58Z</dcterms:created>
  <dcterms:modified xsi:type="dcterms:W3CDTF">2026-05-28T13:08:58Z</dcterms:modified>
</cp:coreProperties>
</file>